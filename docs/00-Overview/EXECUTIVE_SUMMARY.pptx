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 ERP QUTY KARUNIA - EXECUTIVE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Ringkasan Eksekutif untuk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Disusun oleh: Daniel Rizaldy</a:t>
            </a:r>
          </a:p>
          <a:p>
            <a:pPr lvl="1"/>
            <a:r>
              <a:t>Tanggal: 2 Februari 2026</a:t>
            </a:r>
          </a:p>
          <a:p>
            <a:pPr lvl="1"/>
            <a:r>
              <a:t>Target Audience: Director, GM, C-Level</a:t>
            </a:r>
          </a:p>
          <a:p>
            <a:pPr lvl="1"/>
            <a:r>
              <a:t>Dokumen: Executive Summary (10 halaman - No Technical Code)</a:t>
            </a:r>
          </a:p>
          <a:p>
            <a:pPr lvl="1"/>
            <a:r>
              <a:t>Version: 2.0 (Updated with 6 Killer Features)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1. PROBLEM STATEMENT (Masalah yang Ingin Diselesaikan)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Kondisi Saat Ini</a:t>
            </a:r>
          </a:p>
          <a:p>
            <a:pPr lvl="1"/>
            <a:r>
              <a:t>PT Quty Karunia menghadapi 10 masalah kritis dalam operasional manufaktur soft toys:</a:t>
            </a:r>
          </a:p>
          <a:p>
            <a:pPr lvl="1"/>
            <a:r>
              <a:t>TOTAL HIDDEN COST: Rp 197 juta/tahun</a:t>
            </a:r>
          </a:p>
          <a:p>
            <a:pPr>
              <a:defRPr b="1"/>
            </a:pPr>
            <a:r>
              <a:t>Root Cause Analysis</a:t>
            </a:r>
          </a:p>
          <a:p>
            <a:pPr lvl="1"/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 lvl="1"/>
            <a:r>
              <a:t>│ CURRENT STATE: Manual &amp; Fragmented System              │</a:t>
            </a:r>
          </a:p>
          <a:p>
            <a:pPr lvl="1"/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 lvl="1"/>
            <a:r>
              <a:t>│                                                         │</a:t>
            </a:r>
          </a:p>
          <a:p>
            <a:pPr lvl="1"/>
            <a:r>
              <a:t>│  PPIC → Excel Spreadsheet                               │</a:t>
            </a:r>
          </a:p>
          <a:p>
            <a:pPr lvl="1"/>
            <a:r>
              <a:t>│    ↓                                                    │</a:t>
            </a:r>
          </a:p>
          <a:p>
            <a:pPr lvl="1"/>
            <a:r>
              <a:t>│  Production → Paper Forms + WhatsApp Group              │</a:t>
            </a:r>
          </a:p>
          <a:p>
            <a:pPr lvl="1"/>
            <a:r>
              <a:t>│    ↓                                                    │</a:t>
            </a:r>
          </a:p>
          <a:p>
            <a:pPr lvl="1"/>
            <a:r>
              <a:t>│  Warehouse → Manual Logbook                             │</a:t>
            </a:r>
          </a:p>
          <a:p>
            <a:pPr lvl="1"/>
            <a:r>
              <a:t>│    ↓                                                    │</a:t>
            </a:r>
          </a:p>
          <a:p>
            <a:pPr lvl="1"/>
            <a:r>
              <a:t>│  Finance → Re-entry Data Manual (DOUBLE WORK!)          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2. SOLUTION OVERVIEW (Solusi yang Ditawarkan)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ERP Quty Karunia: Integrated Manufacturing System</a:t>
            </a:r>
          </a:p>
          <a:p>
            <a:pPr lvl="1"/>
            <a:r>
              <a:t>Konsep: Satu sistem terintegrasi untuk semua departemen dengan 6 inovasi killer features:</a:t>
            </a:r>
          </a:p>
          <a:p>
            <a:pPr>
              <a:defRPr b="1"/>
            </a:pPr>
            <a:r>
              <a:t> Killer Feature #1: Auto SPK Generation &amp; Broadcast System</a:t>
            </a:r>
          </a:p>
          <a:p>
            <a:pPr lvl="1"/>
            <a:r>
              <a:t>Masalah Lama: Admin manual buat SPK → banyak paperwork, prone to error.</a:t>
            </a:r>
          </a:p>
          <a:p>
            <a:pPr lvl="1"/>
            <a:r>
              <a:t>Solusi Baru: SPK auto-generated saat MO validated, broadcast langsung ke dashboard</a:t>
            </a:r>
          </a:p>
          <a:p>
            <a:pPr/>
            <a:r>
              <a:t>Zero manual paperwork: Admin tidak buat SPK manual</a:t>
            </a:r>
          </a:p>
          <a:p>
            <a:pPr/>
            <a:r>
              <a:t>Real-time notification: Dashboard auto-update saat SPK baru</a:t>
            </a:r>
          </a:p>
          <a:p>
            <a:pPr/>
            <a:r>
              <a:t>Material pre-allocated: System sudah reserve material sesuai BOM</a:t>
            </a:r>
          </a:p>
          <a:p>
            <a:pPr/>
            <a:r>
              <a:t>Clear priority: SPK dengan deadline urgent muncul di atas</a:t>
            </a:r>
          </a:p>
          <a:p>
            <a:pPr lvl="1"/>
            <a:r>
              <a:t>Impact: Admin time save 95% (dari 30 menit → 2 menit per MO)</a:t>
            </a:r>
          </a:p>
          <a:p>
            <a:pPr>
              <a:defRPr b="1"/>
            </a:pPr>
            <a:r>
              <a:t> Killer Feature #2: Flexible Target System per Departemen</a:t>
            </a:r>
          </a:p>
          <a:p>
            <a:pPr lvl="1"/>
            <a:r>
              <a:t>Masalah Lama: SPK harus sama dengan MO Target → sering shortage karena defect.</a:t>
            </a:r>
          </a:p>
          <a:p>
            <a:pPr lvl="1"/>
            <a:r>
              <a:t>Solusi Baru: SPK Target dapat berbeda dari MO Target (demand-driven)</a:t>
            </a:r>
          </a:p>
          <a:p>
            <a:pPr/>
            <a:r>
              <a:t>Smart buffer allocation: Cutting +10%, Sewing +15%, Finishing +3%</a:t>
            </a:r>
          </a:p>
          <a:p>
            <a:pPr/>
            <a:r>
              <a:t>Format universal: Actual/Target (Percentage%)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3. BENEFITS &amp; ROI (Keuntungan &amp; Balik Modal)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3.1 Quantified Benefits (Dapat Diukur)</a:t>
            </a:r>
          </a:p>
          <a:p>
            <a:pPr lvl="1"/>
            <a:r>
              <a:t>TOTAL ANNUAL SAVINGS: Rp 128 juta/tahun</a:t>
            </a:r>
          </a:p>
          <a:p>
            <a:pPr>
              <a:defRPr b="1"/>
            </a:pPr>
            <a:r>
              <a:t>3.2 Strategic Benefits (Tidak Terukur Langsung)</a:t>
            </a:r>
          </a:p>
          <a:p>
            <a:pPr/>
            <a:r>
              <a:t>✅ Real-time visibility: Management dapat monitor produksi dari HP 24/7</a:t>
            </a:r>
          </a:p>
          <a:p>
            <a:pPr/>
            <a:r>
              <a:t>✅ Faster decision: Data real-time → quick response to issues</a:t>
            </a:r>
          </a:p>
          <a:p>
            <a:pPr/>
            <a:r>
              <a:t>✅ Customer satisfaction: On-time delivery improvement → repeat order</a:t>
            </a:r>
          </a:p>
          <a:p>
            <a:pPr/>
            <a:r>
              <a:t>✅ Scalability: Mudah tambah user/factory tanpa complexity overhead</a:t>
            </a:r>
          </a:p>
          <a:p>
            <a:pPr/>
            <a:r>
              <a:t>✅ Compliance ready: Audit trail lengkap untuk ISO/customer audit</a:t>
            </a:r>
          </a:p>
          <a:p>
            <a:pPr>
              <a:defRPr b="1"/>
            </a:pPr>
            <a:r>
              <a:t>3.3 ROI Calculation (Return on Investment)</a:t>
            </a:r>
          </a:p>
          <a:p>
            <a:pPr lvl="1"/>
            <a:r>
              <a:t>INVESTMENT (One-time + Year 1-2):</a:t>
            </a:r>
          </a:p>
          <a:p>
            <a:pPr lvl="1"/>
            <a:r>
              <a:t>├─ Development (Solo Developer - 24 months): Rp 240 juta</a:t>
            </a:r>
          </a:p>
          <a:p>
            <a:pPr lvl="1"/>
            <a:r>
              <a:t>│   └─ Daniel @ Rp 10 juta/bulan × 24 bulan = Rp 240 juta</a:t>
            </a:r>
          </a:p>
          <a:p>
            <a:pPr lvl="1"/>
            <a:r>
              <a:t>├─ Infrastructure Setup: Rp 9 juta</a:t>
            </a:r>
          </a:p>
          <a:p>
            <a:pPr lvl="1"/>
            <a:r>
              <a:t>├─ Training &amp; Migration: Rp 15 juta</a:t>
            </a:r>
          </a:p>
          <a:p>
            <a:pPr lvl="1"/>
            <a:r>
              <a:t>├─ Contingency (20%): Rp 53 juta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4. IMPLEMENTATION PLAN (Rencana Implementasi)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4.1 Timeline Overview</a:t>
            </a:r>
          </a:p>
          <a:p>
            <a:pPr lvl="1"/>
            <a:r>
              <a:t>┌────────────────────────────────────────────────────────────┐</a:t>
            </a:r>
          </a:p>
          <a:p>
            <a:pPr lvl="1"/>
            <a:r>
              <a:t>│  FASE 1: FEB-JUL 2026 (6 bulan)                            │</a:t>
            </a:r>
          </a:p>
          <a:p>
            <a:pPr lvl="1"/>
            <a:r>
              <a:t>│  Development Core Features                                 │</a:t>
            </a:r>
          </a:p>
          <a:p>
            <a:pPr lvl="1"/>
            <a:r>
              <a:t>│  ├─ Month 1-2: Setup &amp; Master Data Module                  │</a:t>
            </a:r>
          </a:p>
          <a:p>
            <a:pPr lvl="1"/>
            <a:r>
              <a:t>│  ├─ Month 3-4: Production Module (MO, SPK, BOM)            │</a:t>
            </a:r>
          </a:p>
          <a:p>
            <a:pPr lvl="1"/>
            <a:r>
              <a:t>│  ├─ Month 5: Inventory &amp; Warehouse Module                  │</a:t>
            </a:r>
          </a:p>
          <a:p>
            <a:pPr lvl="1"/>
            <a:r>
              <a:t>│  └─ Month 6: Integration Testing                           │</a:t>
            </a:r>
          </a:p>
          <a:p>
            <a:pPr lvl="1"/>
            <a:r>
              <a:t>├────────────────────────────────────────────────────────────┤</a:t>
            </a:r>
          </a:p>
          <a:p>
            <a:pPr lvl="1"/>
            <a:r>
              <a:t>│  FASE 2: AGU 2026-JAN 2027 (6 bulan)                       │</a:t>
            </a:r>
          </a:p>
          <a:p>
            <a:pPr lvl="1"/>
            <a:r>
              <a:t>│  Testing &amp; Bug Fixing (Extended - Solo Developer)         │</a:t>
            </a:r>
          </a:p>
          <a:p>
            <a:pPr lvl="1"/>
            <a:r>
              <a:t>│  ├─ Month 7-9: UAT with Pilot Users (10-15 users)          │</a:t>
            </a:r>
          </a:p>
          <a:p>
            <a:pPr lvl="1"/>
            <a:r>
              <a:t>│  ├─ Month 10-11: Bug fixing &amp; refinement                   │</a:t>
            </a:r>
          </a:p>
          <a:p>
            <a:pPr lvl="1"/>
            <a:r>
              <a:t>│  └─ Month 12: Performance optimization                     │</a:t>
            </a:r>
          </a:p>
          <a:p>
            <a:pPr lvl="1"/>
            <a:r>
              <a:t>├────────────────────────────────────────────────────────────┤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5. RISK MANAGEMENT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5.1 Technical Risks</a:t>
            </a:r>
          </a:p>
          <a:p>
            <a:pPr>
              <a:defRPr b="1"/>
            </a:pPr>
            <a:r>
              <a:t>5.2 Organizational Risks</a:t>
            </a:r>
          </a:p>
          <a:p>
            <a:pPr>
              <a:defRPr b="1"/>
            </a:pPr>
            <a:r>
              <a:t>5.3 Contingency Plan</a:t>
            </a:r>
          </a:p>
          <a:p>
            <a:pPr lvl="1"/>
            <a:r>
              <a:t>If Go-Live Delay (&gt;1 month):</a:t>
            </a:r>
          </a:p>
          <a:p>
            <a:pPr/>
            <a:r>
              <a:t>✅ Continue parallel run (ERP + manual system)</a:t>
            </a:r>
          </a:p>
          <a:p>
            <a:pPr/>
            <a:r>
              <a:t>✅ Root cause analysis &amp; fix (technical debt resolution)</a:t>
            </a:r>
          </a:p>
          <a:p>
            <a:pPr/>
            <a:r>
              <a:t>✅ Re-schedule go-live (communicate ke semua stakeholders)</a:t>
            </a:r>
          </a:p>
          <a:p>
            <a:pPr/>
            <a:r>
              <a:t>✅ Management decision: Approve extension OR cut scope</a:t>
            </a:r>
          </a:p>
          <a:p>
            <a:pPr lvl="1"/>
            <a:r>
              <a:t>If Critical Bug in Production:</a:t>
            </a:r>
          </a:p>
          <a:p>
            <a:pPr/>
            <a:r>
              <a:t> Hour 0-1: Activate Paper Fallback SOP immediately (production tidak boleh stop!)</a:t>
            </a:r>
          </a:p>
          <a:p>
            <a:pPr/>
            <a:r>
              <a:t> Hour 1-4: Developer on-call fix bug (&lt;4 hours response time)</a:t>
            </a:r>
          </a:p>
          <a:p>
            <a:pPr/>
            <a:r>
              <a:t> Hour 4+: Rollback to last stable version if bug tidak bisa fix cepat</a:t>
            </a:r>
          </a:p>
          <a:p>
            <a:pPr/>
            <a:r>
              <a:t> Post-mortem report within 24 hours (what went wrong, how to prevent)</a:t>
            </a:r>
          </a:p>
          <a:p>
            <a:pPr lvl="1"/>
            <a:r>
              <a:t>If Developer Unavailable (Sick/Accident/Resign):</a:t>
            </a:r>
          </a:p>
          <a:p>
            <a:pPr/>
            <a:r>
              <a:t>Scenario 1 (Solo): Project pause, client informed, hire freelancer dari existing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❓ 6. FAQ (Frequently Asked Questions)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Q1: Apakah ERP ini sudah pernah dipakai di pabrik lain?</a:t>
            </a:r>
          </a:p>
          <a:p>
            <a:pPr lvl="1"/>
            <a:r>
              <a:t>Q2: Bagaimana jika Daniel sakit/resign di tengah project?</a:t>
            </a:r>
          </a:p>
          <a:p>
            <a:pPr lvl="1"/>
            <a:r>
              <a:t>A:</a:t>
            </a:r>
          </a:p>
          <a:p>
            <a:pPr/>
            <a:r>
              <a:t>Scenario 1 (Solo): Project pause, hire freelancer untuk continue (semua code di GitHub + dokumentasi lengkap)</a:t>
            </a:r>
          </a:p>
          <a:p>
            <a:pPr/>
            <a:r>
              <a:t>Scenario 2 (Team): Ada backup developer yang understand codebase, minimal disruption</a:t>
            </a:r>
          </a:p>
          <a:p>
            <a:pPr/>
            <a:r>
              <a:t>Mitigation: Weekly knowledge transfer session, code review, documentation everything</a:t>
            </a:r>
          </a:p>
          <a:p>
            <a:pPr lvl="1"/>
            <a:r>
              <a:t>Q3: Berapa lama training untuk user?</a:t>
            </a:r>
          </a:p>
          <a:p>
            <a:pPr lvl="1"/>
            <a:r>
              <a:t>A: 2-3 hari per batch (8 jam/hari). Total ~50-70 users, training selesai dalam 1 bulan (November 2026). Format: 40% teori, 60% hands-on practice denga</a:t>
            </a:r>
          </a:p>
          <a:p>
            <a:pPr lvl="1"/>
            <a:r>
              <a:t>Q4: Bagaimana jika server mati saat production?</a:t>
            </a:r>
          </a:p>
          <a:p>
            <a:pPr lvl="1"/>
            <a:r>
              <a:t>A: Ada 3 layer protection:</a:t>
            </a:r>
          </a:p>
          <a:p>
            <a:pPr/>
            <a:r>
              <a:t>Layer 1: Local backup (restore &lt;15 menit)</a:t>
            </a:r>
          </a:p>
          <a:p>
            <a:pPr/>
            <a:r>
              <a:t>Layer 2: NAS off-site backup (restore &lt;1 jam)</a:t>
            </a:r>
          </a:p>
          <a:p>
            <a:pPr/>
            <a:r>
              <a:t>Layer 3: Paper Fallback SOP (production jalan manual, input data susulan setelah sistem recovery)</a:t>
            </a:r>
          </a:p>
          <a:p>
            <a:pPr lvl="1"/>
            <a:r>
              <a:t>Q5: Apakah ada biaya lisensi per user seperti SAP/Odoo?</a:t>
            </a:r>
          </a:p>
          <a:p>
            <a:pPr lvl="1"/>
            <a:r>
              <a:t>A: TIDAK. Ini custom development, Anda punya full ownership. Tidak ada biaya lisensi. Hanya bayar: Development (one-time) + Server (Rp 10 juta/tahun)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7. DECISION MATRIX (Keputusan 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7.1 Three Options Available</a:t>
            </a:r>
          </a:p>
          <a:p>
            <a:pPr>
              <a:defRPr b="1"/>
            </a:pPr>
            <a:r>
              <a:t>7.2 Decision Criteria</a:t>
            </a:r>
          </a:p>
          <a:p>
            <a:pPr lvl="1"/>
            <a:r>
              <a:t>Choose OPTION A (Full ERP) if:</a:t>
            </a:r>
          </a:p>
          <a:p>
            <a:pPr/>
            <a:r>
              <a:t>✅ Quty berencana scale up production 2-3x dalam 5 tahun</a:t>
            </a:r>
          </a:p>
          <a:p>
            <a:pPr/>
            <a:r>
              <a:t>✅ Customer semakin demand real-time tracking &amp; transparency</a:t>
            </a:r>
          </a:p>
          <a:p>
            <a:pPr/>
            <a:r>
              <a:t>✅ Management value data-driven decision (bukan feeling-based)</a:t>
            </a:r>
          </a:p>
          <a:p>
            <a:pPr/>
            <a:r>
              <a:t>✅ Budget Rp 400 juta available (atau bisa cicil 2 tahun)</a:t>
            </a:r>
          </a:p>
          <a:p>
            <a:pPr lvl="1"/>
            <a:r>
              <a:t>Choose OPTION B (MVP) if:</a:t>
            </a:r>
          </a:p>
          <a:p>
            <a:pPr/>
            <a:r>
              <a:t>✅ Management belum yakin 100% dengan ERP value</a:t>
            </a:r>
          </a:p>
          <a:p>
            <a:pPr/>
            <a:r>
              <a:t>✅ Ingin test dulu dengan limited risk (pilot 1-2 dept)</a:t>
            </a:r>
          </a:p>
          <a:p>
            <a:pPr/>
            <a:r>
              <a:t>✅ Budget terbatas (Rp 150 juta available)</a:t>
            </a:r>
          </a:p>
          <a:p>
            <a:pPr/>
            <a:r>
              <a:t>⚠️ Risk: If MVP success, butuh extra Rp 250 juta untuk full implementation</a:t>
            </a:r>
          </a:p>
          <a:p>
            <a:pPr lvl="1"/>
            <a:r>
              <a:t>Choose OPTION C (Excel Improvement) if:</a:t>
            </a:r>
          </a:p>
          <a:p>
            <a:pPr/>
            <a:r>
              <a:t>✅ Quty production size stay stable (tidak plan scale up)</a:t>
            </a:r>
          </a:p>
          <a:p>
            <a:pPr/>
            <a:r>
              <a:t>✅ Current system "cukup work" meskipun ada pain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8. NEXT STEPS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For Management Decision</a:t>
            </a:r>
          </a:p>
          <a:p>
            <a:pPr lvl="1"/>
            <a:r>
              <a:t>Step 1: Internal Discussion (1-2 minggu)</a:t>
            </a:r>
          </a:p>
          <a:p>
            <a:pPr/>
            <a:r>
              <a:t>Share dokumen ini ke key stakeholders (Director, GM, Manager PPIC, Manager Production, Finance Manager)</a:t>
            </a:r>
          </a:p>
          <a:p>
            <a:pPr/>
            <a:r>
              <a:t>Diskusi internal: Apakah ERP align dengan company strategy?</a:t>
            </a:r>
          </a:p>
          <a:p>
            <a:pPr/>
            <a:r>
              <a:t>Q&amp;A session: Invite Daniel untuk presentasi &amp; jawab pertanyaan (2 jam)</a:t>
            </a:r>
          </a:p>
          <a:p>
            <a:pPr lvl="1"/>
            <a:r>
              <a:t>Step 2: Budget Approval (1-2 minggu)</a:t>
            </a:r>
          </a:p>
          <a:p>
            <a:pPr/>
            <a:r>
              <a:t>If pilih Option A (Full): Approve budget Rp 389 juta (Year 1)</a:t>
            </a:r>
          </a:p>
          <a:p>
            <a:pPr/>
            <a:r>
              <a:t>If pilih Option B (MVP): Approve budget Rp 120-150 juta (proof of concept)</a:t>
            </a:r>
          </a:p>
          <a:p>
            <a:pPr/>
            <a:r>
              <a:t>If pilih Option C: Approve budget Rp 10-20 juta (Excel improvement)</a:t>
            </a:r>
          </a:p>
          <a:p>
            <a:pPr lvl="1"/>
            <a:r>
              <a:t>Step 3: Contract &amp; Kick-off (1 minggu)</a:t>
            </a:r>
          </a:p>
          <a:p>
            <a:pPr/>
            <a:r>
              <a:t>Sign agreement dengan Daniel (scope, timeline, payment terms)</a:t>
            </a:r>
          </a:p>
          <a:p>
            <a:pPr/>
            <a:r>
              <a:t>Assign project sponsor dari management side (1 person: Manager PPIC atau Director)</a:t>
            </a:r>
          </a:p>
          <a:p>
            <a:pPr/>
            <a:r>
              <a:t>Kick-off meeting: Introduction team, setup communication channel, confirm timeline</a:t>
            </a:r>
          </a:p>
          <a:p>
            <a:pPr lvl="1"/>
            <a:r>
              <a:t>Step 4: Development Start! </a:t>
            </a:r>
          </a:p>
          <a:p>
            <a:pPr/>
            <a:r>
              <a:t>Fase 1 (Feb-Jul 2026): Development begins (6 bulan core features)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SUMMARY: WHY CHOOSE ERP QUTY KARUNIA?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5 Alasan Utama</a:t>
            </a:r>
          </a:p>
          <a:p>
            <a:pPr lvl="1"/>
            <a:r>
              <a:t>1. Custom untuk Soft Toys Manufacturing</a:t>
            </a:r>
          </a:p>
          <a:p>
            <a:pPr/>
            <a:r>
              <a:t>Workflow 5 stages sesuai real process Quty</a:t>
            </a:r>
          </a:p>
          <a:p>
            <a:pPr/>
            <a:r>
              <a:t>6 Killer Features yang tidak ada di ERP lain (termasuk Odoo):</a:t>
            </a:r>
          </a:p>
          <a:p>
            <a:pPr/>
            <a:r>
              <a:t>Auto SPK Generation &amp; Broadcast System</a:t>
            </a:r>
          </a:p>
          <a:p>
            <a:pPr/>
            <a:r>
              <a:t>Flexible Target System per Departemen</a:t>
            </a:r>
          </a:p>
          <a:p>
            <a:pPr/>
            <a:r>
              <a:t>Real-Time WIP System</a:t>
            </a:r>
          </a:p>
          <a:p>
            <a:pPr/>
            <a:r>
              <a:t>Pull System &amp; Auto Material Deduction</a:t>
            </a:r>
          </a:p>
          <a:p>
            <a:pPr/>
            <a:r>
              <a:t>Rework/Repair Module (QC &amp; Defect Management)</a:t>
            </a:r>
          </a:p>
          <a:p>
            <a:pPr/>
            <a:r>
              <a:t>Fraud Prevention System</a:t>
            </a:r>
          </a:p>
          <a:p>
            <a:pPr/>
            <a:r>
              <a:t>3 Inovasi Tambahan:</a:t>
            </a:r>
          </a:p>
          <a:p>
            <a:pPr/>
            <a:r>
              <a:t>Dual Trigger Production (MODE PARTIAL/RELEASED)</a:t>
            </a:r>
          </a:p>
          <a:p>
            <a:pPr/>
            <a:r>
              <a:t>Warehouse Finishing 2-Stage</a:t>
            </a:r>
          </a:p>
          <a:p>
            <a:pPr/>
            <a:r>
              <a:t>UOM Auto-Validation</a:t>
            </a:r>
          </a:p>
          <a:p>
            <a:pPr lvl="1"/>
            <a:r>
              <a:t>2. ROI Reasonable (4-6 Years Payback)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⚠️ MANAGEMENT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From Daniel's Perspective (Honest Assessment):</a:t>
            </a:r>
          </a:p>
          <a:p>
            <a:pPr lvl="1"/>
            <a:r>
              <a:t>✅ RECOMMENDED jika:</a:t>
            </a:r>
          </a:p>
          <a:p>
            <a:pPr/>
            <a:r>
              <a:t>Quty berencana scale up 2-3x dalam 5 tahun (ERP prevents chaos)</a:t>
            </a:r>
          </a:p>
          <a:p>
            <a:pPr/>
            <a:r>
              <a:t>Management value data-driven decision over feeling-based</a:t>
            </a:r>
          </a:p>
          <a:p>
            <a:pPr/>
            <a:r>
              <a:t>Customer demand transparency &amp; real-time tracking</a:t>
            </a:r>
          </a:p>
          <a:p>
            <a:pPr/>
            <a:r>
              <a:t>Budget Rp 320 juta available (atau cicil Year 1 + Year 2)</a:t>
            </a:r>
          </a:p>
          <a:p>
            <a:pPr/>
            <a:r>
              <a:t>Ada commitment untuk change management (user training &amp; adoption)</a:t>
            </a:r>
          </a:p>
          <a:p>
            <a:pPr lvl="1"/>
            <a:r>
              <a:t>⚠️ HOLD/RETHINK jika:</a:t>
            </a:r>
          </a:p>
          <a:p>
            <a:pPr/>
            <a:r>
              <a:t>Quty production size akan stay stable (tidak grow significantly)</a:t>
            </a:r>
          </a:p>
          <a:p>
            <a:pPr/>
            <a:r>
              <a:t>Current manual system "cukup work" untuk foreseeable future</a:t>
            </a:r>
          </a:p>
          <a:p>
            <a:pPr/>
            <a:r>
              <a:t>Budget sangat terbatas (&lt;Rp 150 juta)</a:t>
            </a:r>
          </a:p>
          <a:p>
            <a:pPr/>
            <a:r>
              <a:t>Management belum ready untuk invest in technology &amp; training</a:t>
            </a:r>
          </a:p>
          <a:p>
            <a:pPr lvl="1"/>
            <a:r>
              <a:t>Alternative (Low-Risk):</a:t>
            </a:r>
          </a:p>
          <a:p>
            <a:pPr/>
            <a:r>
              <a:t>Start dengan MVP (Option B): Rp 120-150 juta, 3 bulan, 1-2 dept pilot</a:t>
            </a:r>
          </a:p>
          <a:p>
            <a:pPr/>
            <a:r>
              <a:t>Evaluate hasil: Apakah ERP truly add value untuk Quty workflow?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APPENDIX: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Document Control:</a:t>
            </a:r>
          </a:p>
          <a:p>
            <a:pPr/>
            <a:r>
              <a:t>Version: 1.0 (Executive Summary)</a:t>
            </a:r>
          </a:p>
          <a:p>
            <a:pPr/>
            <a:r>
              <a:t>Last Updated: 2 Februari 2026</a:t>
            </a:r>
          </a:p>
          <a:p>
            <a:pPr/>
            <a:r>
              <a:t>Next Review: After management decision</a:t>
            </a:r>
          </a:p>
          <a:p>
            <a:pPr/>
            <a:r>
              <a:t>Related Documents:</a:t>
            </a:r>
          </a:p>
          <a:p>
            <a:pPr/>
            <a:r>
              <a:t>PRESENTASI_MANAGEMENT_ERP_QUTY_KARUNIA.md - Full presentation with diagrams</a:t>
            </a:r>
          </a:p>
          <a:p>
            <a:pPr/>
            <a:r>
              <a:t>TECHNICAL_SPECIFICATION.md - Technical details for developers</a:t>
            </a:r>
          </a:p>
          <a:p>
            <a:pPr lvl="1"/>
            <a:r>
              <a:t>Terima kasih atas perhatiannya!</a:t>
            </a:r>
          </a:p>
          <a:p>
            <a:pPr lvl="1"/>
            <a:r>
              <a:t>Confidential - PT Quty Karunia Manufacturing</a:t>
            </a:r>
          </a:p>
          <a:p>
            <a:pPr lvl="1"/>
            <a:r>
              <a:t>© 2026 Daniel Rizaldy.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