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 ERP QUTY KARUNIA - TECHNICAL SPECIFICATION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System Documentation dengan Code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Untuk: Developer, IT Team, Technical Staff</a:t>
            </a:r>
          </a:p>
          <a:p>
            <a:pPr lvl="1"/>
            <a:r>
              <a:t>Tanggal: 2 Februari 2026</a:t>
            </a:r>
          </a:p>
          <a:p>
            <a:pPr lvl="1"/>
            <a:r>
              <a:t>Status: ✅ PRODUCTION READY (95/100)</a:t>
            </a:r>
          </a:p>
          <a:p>
            <a:pPr lvl="1"/>
            <a:r>
              <a:t>Disusun oleh: Daniel Rizaldy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DAFTAR ISI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Bagian Utama</a:t>
            </a:r>
          </a:p>
          <a:p>
            <a:pPr/>
            <a:r>
              <a:t> Apa itu ERP Quty Karunia?</a:t>
            </a:r>
          </a:p>
          <a:p>
            <a:pPr/>
            <a:r>
              <a:t>❌ Masalah yang Diselesaikan</a:t>
            </a:r>
          </a:p>
          <a:p>
            <a:pPr/>
            <a:r>
              <a:t> Fitur Utama Sistem</a:t>
            </a:r>
          </a:p>
          <a:p>
            <a:pPr/>
            <a:r>
              <a:t> Alur Kerja Produksi</a:t>
            </a:r>
          </a:p>
          <a:p>
            <a:pPr/>
            <a:r>
              <a:t>️ Modul-Modul Sistem</a:t>
            </a:r>
          </a:p>
          <a:p>
            <a:pPr/>
            <a:r>
              <a:t> Teknologi yang Digunakan</a:t>
            </a:r>
          </a:p>
          <a:p>
            <a:pPr/>
            <a:r>
              <a:t> Keamanan &amp; Hak Akses</a:t>
            </a:r>
          </a:p>
          <a:p>
            <a:pPr/>
            <a:r>
              <a:t> Aplikasi Android Mobile</a:t>
            </a:r>
          </a:p>
          <a:p>
            <a:pPr>
              <a:defRPr b="1"/>
            </a:pPr>
            <a:r>
              <a:t>Bagian Lanjutan</a:t>
            </a:r>
          </a:p>
          <a:p>
            <a:pPr/>
            <a:r>
              <a:t> Ide Pengembangan Mendatang</a:t>
            </a:r>
          </a:p>
          <a:p>
            <a:pPr/>
            <a:r>
              <a:t>⚖️ Perbandingan dengan Odoo</a:t>
            </a:r>
          </a:p>
          <a:p>
            <a:pPr/>
            <a:r>
              <a:t> Manfaat untuk Quty</a:t>
            </a:r>
          </a:p>
          <a:p>
            <a:pPr/>
            <a:r>
              <a:t> Timeline &amp; Roadmap</a:t>
            </a:r>
          </a:p>
          <a:p>
            <a:pPr>
              <a:defRPr b="1"/>
            </a:pPr>
            <a:r>
              <a:t>Appendix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1. APA ITU ERP QUTY KARUNIA?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Definisi Sederhana</a:t>
            </a:r>
          </a:p>
          <a:p>
            <a:pPr lvl="1"/>
            <a:r>
              <a:t>ERP (Enterprise Resource Planning) adalah sistem komputer yang menghubungkan semua departemen di pabrik dalam satu database terpusat.</a:t>
            </a:r>
          </a:p>
          <a:p>
            <a:pPr>
              <a:defRPr b="1"/>
            </a:pPr>
            <a:r>
              <a:t> Struktur Organisasi dalam ERP</a:t>
            </a:r>
          </a:p>
          <a:p>
            <a:pPr lvl="1"/>
            <a:r>
              <a:t>Purchasing Department (3 Staff Specialist):</a:t>
            </a:r>
          </a:p>
          <a:p>
            <a:pPr/>
            <a:r>
              <a:t>Purchasing A - Fabric Specialist</a:t>
            </a:r>
          </a:p>
          <a:p>
            <a:pPr lvl="1"/>
            <a:r>
              <a:t>Membeli kain → menciptakan PO Kain ( TRIGGER 1: Early Start Production)</a:t>
            </a:r>
          </a:p>
          <a:p>
            <a:pPr/>
            <a:r>
              <a:t>Purchasing B - Label Specialist</a:t>
            </a:r>
          </a:p>
          <a:p>
            <a:pPr lvl="1"/>
            <a:r>
              <a:t>Membeli label → menciptakan PO Label ( TRIGGER 2: Full Release Production)</a:t>
            </a:r>
          </a:p>
          <a:p>
            <a:pPr/>
            <a:r>
              <a:t>Purchasing C - Accessories Specialist</a:t>
            </a:r>
          </a:p>
          <a:p>
            <a:pPr lvl="1"/>
            <a:r>
              <a:t>Membeli benang, box, filling, dan aksesoris lainnya</a:t>
            </a:r>
          </a:p>
          <a:p>
            <a:pPr lvl="1"/>
            <a:r>
              <a:t>PPIC (Production Planning):</a:t>
            </a:r>
          </a:p>
          <a:p>
            <a:pPr/>
            <a:r>
              <a:t>Membuat MO Manufacturing dengan 2 mode:</a:t>
            </a:r>
          </a:p>
          <a:p>
            <a:pPr/>
            <a:r>
              <a:t>PARTIAL (PO Kain only) → Cutting &amp; Embroidery dapat start</a:t>
            </a:r>
          </a:p>
          <a:p>
            <a:pPr/>
            <a:r>
              <a:t>RELEASED (PO Label ready) → Semua departemen dapat start</a:t>
            </a:r>
          </a:p>
          <a:p>
            <a:pPr lvl="1"/>
            <a:r>
              <a:t>Warehouse: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❌ 2. MASALAH YANG DISELESAIKAN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Masalah Lama di Quty (Sebelum ERP)</a:t>
            </a:r>
          </a:p>
          <a:p>
            <a:pPr>
              <a:defRPr b="1"/>
            </a:pPr>
            <a:r>
              <a:t>Solusi dengan ERP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3. FITUR UTAMA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A. Dashboard Real-Time</a:t>
            </a:r>
          </a:p>
          <a:p>
            <a:pPr lvl="1"/>
            <a:r>
              <a:t>┌─────────────────────────────────────────┐</a:t>
            </a:r>
          </a:p>
          <a:p>
            <a:pPr lvl="1"/>
            <a:r>
              <a:t>│  DASHBOARD PPIC - PT QUTY KARUNIA       │</a:t>
            </a:r>
          </a:p>
          <a:p>
            <a:pPr lvl="1"/>
            <a:r>
              <a:t>├─────────────────────────────────────────┤</a:t>
            </a:r>
          </a:p>
          <a:p>
            <a:pPr lvl="1"/>
            <a:r>
              <a:t>│   Total SPK Hari Ini: 15              │</a:t>
            </a:r>
          </a:p>
          <a:p>
            <a:pPr lvl="1"/>
            <a:r>
              <a:t>│      ✅ Selesai: 8                      │</a:t>
            </a:r>
          </a:p>
          <a:p>
            <a:pPr lvl="1"/>
            <a:r>
              <a:t>│       Proses: 5                       │</a:t>
            </a:r>
          </a:p>
          <a:p>
            <a:pPr lvl="1"/>
            <a:r>
              <a:t>│      ⚠️  Terlambat: 2                   │</a:t>
            </a:r>
          </a:p>
          <a:p>
            <a:pPr lvl="1"/>
            <a:r>
              <a:t>│                                         │</a:t>
            </a:r>
          </a:p>
          <a:p>
            <a:pPr lvl="1"/>
            <a:r>
              <a:t>│   Material Stock (Critical Items):    │</a:t>
            </a:r>
          </a:p>
          <a:p>
            <a:pPr lvl="1"/>
            <a:r>
              <a:t>│      [IKHR504] KOHAIR D.BROWN:          │</a:t>
            </a:r>
          </a:p>
          <a:p>
            <a:pPr lvl="1"/>
            <a:r>
              <a:t>│         125 YD (⚠️ Low: 15%, Min: 200)  │</a:t>
            </a:r>
          </a:p>
          <a:p>
            <a:pPr lvl="1"/>
            <a:r>
              <a:t>│      [IKP20157] Filling Dacron:         │</a:t>
            </a:r>
          </a:p>
          <a:p>
            <a:pPr lvl="1"/>
            <a:r>
              <a:t>│         45 KG (✅ OK: 60%, Min: 20)     │</a:t>
            </a:r>
          </a:p>
          <a:p>
            <a:pPr lvl="1"/>
            <a:r>
              <a:t>│      [ACB30104] Carton 570x375:         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4. ALUR KERJA PRODUKSI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 Perubahan Fundamental: Dual Trigger System</a:t>
            </a:r>
          </a:p>
          <a:p>
            <a:pPr lvl="1"/>
            <a:r>
              <a:t>DULU: Produksi dimulai dari PO IKEA (manual, tidak terintegrasi)</a:t>
            </a:r>
          </a:p>
          <a:p>
            <a:pPr lvl="1"/>
            <a:r>
              <a:t>SEKARANG: Produksi dimulai dari PO Purchasing dengan 2 Mode Fleksibel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  <a:p>
            <a:pPr lvl="1"/>
            <a:r>
              <a:t>│  MO STATUS LIFECYCLE                         │</a:t>
            </a:r>
          </a:p>
          <a:p>
            <a:pPr lvl="1"/>
            <a:r>
              <a:t>├──────────────────────────────────────────────┤</a:t>
            </a:r>
          </a:p>
          <a:p>
            <a:pPr lvl="1"/>
            <a:r>
              <a:t>│                                              │</a:t>
            </a:r>
          </a:p>
          <a:p>
            <a:pPr lvl="1"/>
            <a:r>
              <a:t>│  DRAFT → PARTIAL → RELEASED                 │</a:t>
            </a:r>
          </a:p>
          <a:p>
            <a:pPr lvl="1"/>
            <a:r>
              <a:t>│          → IN-PROGRESS → COMPLETED           │</a:t>
            </a:r>
          </a:p>
          <a:p>
            <a:pPr lvl="1"/>
            <a:r>
              <a:t>│                                              │</a:t>
            </a:r>
          </a:p>
          <a:p>
            <a:pPr lvl="1"/>
            <a:r>
              <a:t>│  DRAFT: Hitung kebutuhan only (no PO)       │</a:t>
            </a:r>
          </a:p>
          <a:p>
            <a:pPr lvl="1"/>
            <a:r>
              <a:t>│  PARTIAL: PO Kain ready (Cutting start) ⚠️  │</a:t>
            </a:r>
          </a:p>
          <a:p>
            <a:pPr lvl="1"/>
            <a:r>
              <a:t>│  RELEASED: PO Label ready (All dept) ✅      │</a:t>
            </a:r>
          </a:p>
          <a:p>
            <a:pPr lvl="1"/>
            <a:r>
              <a:t>│  IN-PROGRESS: Production running            │</a:t>
            </a:r>
          </a:p>
          <a:p>
            <a:pPr lvl="1"/>
            <a:r>
              <a:t>│  COMPLETED: All SPK done                    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️ 5. MODUL-MODUL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A. Modul PPIC (Production Planning)</a:t>
            </a:r>
          </a:p>
          <a:p>
            <a:pPr lvl="1"/>
            <a:r>
              <a:t>User: PPIC Staff, Manager PPIC</a:t>
            </a:r>
          </a:p>
          <a:p>
            <a:pPr lvl="1"/>
            <a:r>
              <a:t>Fitur:</a:t>
            </a:r>
          </a:p>
          <a:p>
            <a:pPr/>
            <a:r>
              <a:t>Buat Manufacturing Order (MO) dengan 2 mode:</a:t>
            </a:r>
          </a:p>
          <a:p>
            <a:pPr/>
            <a:r>
              <a:t>MODE PARTIAL: PO Kain ready → Cutting &amp; Embroidery start</a:t>
            </a:r>
          </a:p>
          <a:p>
            <a:pPr/>
            <a:r>
              <a:t>MODE RELEASED: PO Label ready → All departments start</a:t>
            </a:r>
          </a:p>
          <a:p>
            <a:pPr/>
            <a:r>
              <a:t>Alokasi material otomatis dari BOM Manufacturing</a:t>
            </a:r>
          </a:p>
          <a:p>
            <a:pPr/>
            <a:r>
              <a:t>Dashboard: Lihat semua SPK dengan color-coding status</a:t>
            </a:r>
          </a:p>
          <a:p>
            <a:pPr/>
            <a:r>
              <a:t>Laporan produksi harian</a:t>
            </a:r>
          </a:p>
          <a:p>
            <a:pPr/>
            <a:r>
              <a:t>Alert keterlambatan &amp; MO status reminder</a:t>
            </a:r>
          </a:p>
          <a:p>
            <a:pPr/>
            <a:r>
              <a:t>View-only untuk semua approval</a:t>
            </a:r>
          </a:p>
          <a:p>
            <a:pPr/>
            <a:r>
              <a:t>MO status tracking: DRAFT → PARTIAL → RELEASED → IN-PROGRESS → COMPLETED</a:t>
            </a:r>
          </a:p>
          <a:p>
            <a:pPr lvl="1"/>
            <a:r>
              <a:t>Validation Rules:</a:t>
            </a:r>
          </a:p>
          <a:p>
            <a:pPr/>
            <a:r>
              <a:t>SPK Cutting/Embroidery: MO Status &gt;= PARTIAL</a:t>
            </a:r>
          </a:p>
          <a:p>
            <a:pPr/>
            <a:r>
              <a:t>SPK Sewing/Finishing/Packing: MO Status &gt;= RELEASED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6. 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Stack Overview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  <a:p>
            <a:pPr lvl="1"/>
            <a:r>
              <a:t>│  ERP QUTY KARUNIA - TECH STACK               │</a:t>
            </a:r>
          </a:p>
          <a:p>
            <a:pPr lvl="1"/>
            <a:r>
              <a:t>└──────────────────────────────────────────────┘</a:t>
            </a:r>
          </a:p>
          <a:p>
            <a:pPr lvl="1"/>
            <a:r>
              <a:t>FRONTEND (Web)</a:t>
            </a:r>
          </a:p>
          <a:p>
            <a:pPr lvl="1"/>
            <a:r>
              <a:t>├─ Framework: React.js 18+ (TypeScript)</a:t>
            </a:r>
          </a:p>
          <a:p>
            <a:pPr lvl="1"/>
            <a:r>
              <a:t>├─ UI Library: Material-UI (MUI) v5</a:t>
            </a:r>
          </a:p>
          <a:p>
            <a:pPr lvl="1"/>
            <a:r>
              <a:t>├─ State Management: Redux Toolkit</a:t>
            </a:r>
          </a:p>
          <a:p>
            <a:pPr lvl="1"/>
            <a:r>
              <a:t>├─ Routing: React Router v6</a:t>
            </a:r>
          </a:p>
          <a:p>
            <a:pPr lvl="1"/>
            <a:r>
              <a:t>├─ API Client: Axios</a:t>
            </a:r>
          </a:p>
          <a:p>
            <a:pPr lvl="1"/>
            <a:r>
              <a:t>└─ Charts: Chart.js / Recharts</a:t>
            </a:r>
          </a:p>
          <a:p>
            <a:pPr lvl="1"/>
            <a:r>
              <a:t>BACKEND (API)</a:t>
            </a:r>
          </a:p>
          <a:p>
            <a:pPr lvl="1"/>
            <a:r>
              <a:t>├─ Framework: FastAPI (Python 3.11+)</a:t>
            </a:r>
          </a:p>
          <a:p>
            <a:pPr lvl="1"/>
            <a:r>
              <a:t>├─ ORM: SQLAlchemy 2.0</a:t>
            </a:r>
          </a:p>
          <a:p>
            <a:pPr lvl="1"/>
            <a:r>
              <a:t>├─ Validation: Pydantic v2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7. KEAMANAN &amp; HAK AKSES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Sistem Keamanan Multi-Layer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  <a:p>
            <a:pPr lvl="1"/>
            <a:r>
              <a:t>│  SECURITY LAYERS                             │</a:t>
            </a:r>
          </a:p>
          <a:p>
            <a:pPr lvl="1"/>
            <a:r>
              <a:t>├──────────────────────────────────────────────┤</a:t>
            </a:r>
          </a:p>
          <a:p>
            <a:pPr lvl="1"/>
            <a:r>
              <a:t>│  Layer 1: Network Security (Firewall, HTTPS) │</a:t>
            </a:r>
          </a:p>
          <a:p>
            <a:pPr lvl="1"/>
            <a:r>
              <a:t>│  Layer 2: Authentication (JWT Tokens)        │</a:t>
            </a:r>
          </a:p>
          <a:p>
            <a:pPr lvl="1"/>
            <a:r>
              <a:t>│  Layer 3: Authorization (RBAC + PBAC)        │</a:t>
            </a:r>
          </a:p>
          <a:p>
            <a:pPr lvl="1"/>
            <a:r>
              <a:t>│  Layer 4: Data Validation (Input sanitize)   │</a:t>
            </a:r>
          </a:p>
          <a:p>
            <a:pPr lvl="1"/>
            <a:r>
              <a:t>│  Layer 5: Audit Trail (Logging)              │</a:t>
            </a:r>
          </a:p>
          <a:p>
            <a:pPr lvl="1"/>
            <a:r>
              <a:t>└──────────────────────────────────────────────┘</a:t>
            </a:r>
          </a:p>
          <a:p>
            <a:pPr>
              <a:defRPr b="1"/>
            </a:pPr>
            <a:r>
              <a:t>Role-Based Access Control (RBAC)</a:t>
            </a:r>
          </a:p>
          <a:p>
            <a:pPr lvl="1"/>
            <a:r>
              <a:t>23 Roles dalam Sistem:</a:t>
            </a:r>
          </a:p>
          <a:p>
            <a:pPr>
              <a:defRPr b="1"/>
            </a:pPr>
            <a:r>
              <a:t>Permission-Based Access Control (PBAC)</a:t>
            </a:r>
          </a:p>
          <a:p>
            <a:pPr lvl="1"/>
            <a:r>
              <a:t>Granular Permissions:</a:t>
            </a:r>
          </a:p>
          <a:p>
            <a:pPr lvl="1"/>
            <a:r>
              <a:t>Example: Admin Cutting role memiliki permissions: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8. APLIKASI ANDROID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Overview</a:t>
            </a:r>
          </a:p>
          <a:p>
            <a:pPr lvl="1"/>
            <a:r>
              <a:t>Platform: Android 8.0+ (API Level 26+)</a:t>
            </a:r>
          </a:p>
          <a:p>
            <a:pPr lvl="1"/>
            <a:r>
              <a:t>Technology: React Native (Expo)</a:t>
            </a:r>
          </a:p>
          <a:p>
            <a:pPr lvl="1"/>
            <a:r>
              <a:t>Size: ~15 MB (APK)</a:t>
            </a:r>
          </a:p>
          <a:p>
            <a:pPr lvl="1"/>
            <a:r>
              <a:t>Offline: ✅ Supported (sync when online)</a:t>
            </a:r>
          </a:p>
          <a:p>
            <a:pPr>
              <a:defRPr b="1"/>
            </a:pPr>
            <a:r>
              <a:t>Fitur Utama</a:t>
            </a:r>
          </a:p>
          <a:p>
            <a:pPr>
              <a:defRPr b="1"/>
            </a:pPr>
            <a:r>
              <a:t>1. Login &amp; Authentication</a:t>
            </a:r>
          </a:p>
          <a:p>
            <a:pPr lvl="1"/>
            <a:r>
              <a:t>┌─────────────────────────────────────┐</a:t>
            </a:r>
          </a:p>
          <a:p>
            <a:pPr lvl="1"/>
            <a:r>
              <a:t>│   ERP QUTY - LOGIN                │</a:t>
            </a:r>
          </a:p>
          <a:p>
            <a:pPr lvl="1"/>
            <a:r>
              <a:t>├─────────────────────────────────────┤</a:t>
            </a:r>
          </a:p>
          <a:p>
            <a:pPr lvl="1"/>
            <a:r>
              <a:t>│                                     │</a:t>
            </a:r>
          </a:p>
          <a:p>
            <a:pPr lvl="1"/>
            <a:r>
              <a:t>│  Username: [____________]           │</a:t>
            </a:r>
          </a:p>
          <a:p>
            <a:pPr lvl="1"/>
            <a:r>
              <a:t>│  Password: [____________]           │</a:t>
            </a:r>
          </a:p>
          <a:p>
            <a:pPr lvl="1"/>
            <a:r>
              <a:t>│                                     │</a:t>
            </a:r>
          </a:p>
          <a:p>
            <a:pPr lvl="1"/>
            <a:r>
              <a:t>│  ☐ Remember Me                      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9. IDE PENGEMBANGAN MENDATANG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Prioritas Fitur (Post Go-Live)</a:t>
            </a:r>
          </a:p>
          <a:p>
            <a:pPr>
              <a:defRPr b="1"/>
            </a:pPr>
            <a:r>
              <a:t>Phase 1 - Quick Wins (3-6 bulan setelah go-live)</a:t>
            </a:r>
          </a:p>
          <a:p>
            <a:pPr lvl="1"/>
            <a:r>
              <a:t>1. Alokasi Material Otomatis saat Buat SPK ✅</a:t>
            </a:r>
          </a:p>
          <a:p>
            <a:pPr/>
            <a:r>
              <a:t>Status: SUDAH DIIMPLEMENTASIKAN</a:t>
            </a:r>
          </a:p>
          <a:p>
            <a:pPr/>
            <a:r>
              <a:t>PPIC buat BOM Manufacturing (30+ SKU)</a:t>
            </a:r>
          </a:p>
          <a:p>
            <a:pPr/>
            <a:r>
              <a:t>Saat buat SPK → alokasi otomatis dari BOM</a:t>
            </a:r>
          </a:p>
          <a:p>
            <a:pPr/>
            <a:r>
              <a:t>Contoh: SPK 480 pcs AFTONSPARV → auto-reserve 70.38 YD KOHAIR</a:t>
            </a:r>
          </a:p>
          <a:p>
            <a:pPr lvl="1"/>
            <a:r>
              <a:t>2. Approval Multi-Level ✅</a:t>
            </a:r>
          </a:p>
          <a:p>
            <a:pPr/>
            <a:r>
              <a:t>Status: SUDAH DIIMPLEMENTASIKAN</a:t>
            </a:r>
          </a:p>
          <a:p>
            <a:pPr/>
            <a:r>
              <a:t>Workflow: SPV → Manager → Director (View Only)</a:t>
            </a:r>
          </a:p>
          <a:p>
            <a:pPr/>
            <a:r>
              <a:t>Untuk perubahan MO &amp; SPK</a:t>
            </a:r>
          </a:p>
          <a:p>
            <a:pPr lvl="1"/>
            <a:r>
              <a:t>3. Alert Keterlambatan SPK Otomatis ✅</a:t>
            </a:r>
          </a:p>
          <a:p>
            <a:pPr/>
            <a:r>
              <a:t>Status: SUDAH DIIMPLEMENTASIKAN</a:t>
            </a:r>
          </a:p>
          <a:p>
            <a:pPr/>
            <a:r>
              <a:t>Email/WhatsApp notification</a:t>
            </a:r>
          </a:p>
          <a:p>
            <a:pPr/>
            <a:r>
              <a:t>Triggered by scheduler (setiap pagi jam 08:00)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⚖️ 10. PERBANDINGAN DENGAN ODOO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Odoo Community vs Odoo Enterprise vs Custom ERP Quty</a:t>
            </a:r>
          </a:p>
          <a:p>
            <a:pPr>
              <a:defRPr b="1"/>
            </a:pPr>
            <a:r>
              <a:t>Analisis TCO (Total Cost of Ownership) 3 Tahun</a:t>
            </a:r>
          </a:p>
          <a:p>
            <a:pPr lvl="1"/>
            <a:r>
              <a:t>Kesimpulan:</a:t>
            </a:r>
          </a:p>
          <a:p>
            <a:pPr/>
            <a:r>
              <a:t>ERP Quty Custom lebih mahal dari Odoo Community (Rp 500M vs Rp 280M)</a:t>
            </a:r>
          </a:p>
          <a:p>
            <a:pPr/>
            <a:r>
              <a:t>ERP Quty Custom lebih murah dari Odoo Enterprise (Rp 500M vs Rp 1.069B)</a:t>
            </a:r>
          </a:p>
          <a:p>
            <a:pPr/>
            <a:r>
              <a:t>Benefit ERP Quty: Tailored 100% untuk Quty (3 killer features), no monthly fee, direct support</a:t>
            </a:r>
          </a:p>
          <a:p>
            <a:pPr>
              <a:defRPr b="1"/>
            </a:pPr>
            <a:r>
              <a:t>Kenapa Tidak Pakai Odoo?</a:t>
            </a:r>
          </a:p>
          <a:p>
            <a:pPr lvl="1"/>
            <a:r>
              <a:t>1. Customization Complexity:</a:t>
            </a:r>
          </a:p>
          <a:p>
            <a:pPr/>
            <a:r>
              <a:t>Odoo generic untuk banyak industri</a:t>
            </a:r>
          </a:p>
          <a:p>
            <a:pPr/>
            <a:r>
              <a:t>Customize untuk Quty workflow perlu hire Odoo developer (mahal)</a:t>
            </a:r>
          </a:p>
          <a:p>
            <a:pPr/>
            <a:r>
              <a:t>ERP Quty: Built from scratch untuk Quty (fit 100%)</a:t>
            </a:r>
          </a:p>
          <a:p>
            <a:pPr lvl="1"/>
            <a:r>
              <a:t>2. 3 Killer Features Tidak Ada di Odoo:</a:t>
            </a:r>
          </a:p>
          <a:p>
            <a:pPr/>
            <a:r>
              <a:t>Dual Trigger MO (PO Kain PARTIAL + PO Label RELEASED)</a:t>
            </a:r>
          </a:p>
          <a:p>
            <a:pPr/>
            <a:r>
              <a:t>Warehouse Finishing 2-Stage (Dual inventory tracking)</a:t>
            </a:r>
          </a:p>
          <a:p>
            <a:pPr/>
            <a:r>
              <a:t>UOM Auto-Validation (dengan tolerance checking)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11. MANFAAT UNTUK QUTY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ROI (Return on Investment) Analysis</a:t>
            </a:r>
          </a:p>
          <a:p>
            <a:pPr lvl="1"/>
            <a:r>
              <a:t>Investment: Rp 400M (one-time) + Rp 20M/tahun (maintenance)</a:t>
            </a:r>
          </a:p>
          <a:p>
            <a:pPr lvl="1"/>
            <a:r>
              <a:t>Timeline: 24 bulan development + go-live</a:t>
            </a:r>
          </a:p>
          <a:p>
            <a:pPr>
              <a:defRPr b="1"/>
            </a:pPr>
            <a:r>
              <a:t>Manfaat Tangible (Terukur)</a:t>
            </a:r>
          </a:p>
          <a:p>
            <a:pPr>
              <a:defRPr b="1"/>
            </a:pPr>
            <a:r>
              <a:t>1. Efisiensi Waktu</a:t>
            </a:r>
          </a:p>
          <a:p>
            <a:pPr lvl="1"/>
            <a:r>
              <a:t>Total Time Saving: ~20 jam/minggu untuk tim PPIC &amp; Production</a:t>
            </a:r>
          </a:p>
          <a:p>
            <a:pPr lvl="1"/>
            <a:r>
              <a:t>Cost Saving: 20 jam × Rp 50K/jam × 4 weeks × 12 months = Rp 48M/tahun</a:t>
            </a:r>
          </a:p>
          <a:p>
            <a:pPr>
              <a:defRPr b="1"/>
            </a:pPr>
            <a:r>
              <a:t>2. Pengurangan Error</a:t>
            </a:r>
          </a:p>
          <a:p>
            <a:pPr lvl="1"/>
            <a:r>
              <a:t>Total Error Reduction Saving: Rp 53M/tahun</a:t>
            </a:r>
          </a:p>
          <a:p>
            <a:pPr>
              <a:defRPr b="1"/>
            </a:pPr>
            <a:r>
              <a:t>3. Produktivitas Meningkat</a:t>
            </a:r>
          </a:p>
          <a:p>
            <a:pPr lvl="1"/>
            <a:r>
              <a:t>Productivity Gain: ~10% overall → Rp 30M/tahun (assumed production output increase)</a:t>
            </a:r>
          </a:p>
          <a:p>
            <a:pPr>
              <a:defRPr b="1"/>
            </a:pPr>
            <a:r>
              <a:t>4. Material Optimization</a:t>
            </a:r>
          </a:p>
          <a:p>
            <a:pPr lvl="1"/>
            <a:r>
              <a:t>Total Material Saving: Rp 63M/tahun</a:t>
            </a:r>
          </a:p>
          <a:p>
            <a:pPr>
              <a:defRPr b="1"/>
            </a:pPr>
            <a:r>
              <a:t>Total Savings per Tahun</a:t>
            </a:r>
          </a:p>
          <a:p>
            <a:pPr lvl="1"/>
            <a:r>
              <a:t>┌──────────────────────────────────────────────┐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12. TIMELINE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Project Timeline (Updated)</a:t>
            </a:r>
          </a:p>
          <a:p>
            <a:pPr lvl="1"/>
            <a:r>
              <a:t>┌──────────────────────────────────────────────────────────┐</a:t>
            </a:r>
          </a:p>
          <a:p>
            <a:pPr lvl="1"/>
            <a:r>
              <a:t>│  ERP QUTY KARUNIA - PROJECT TIMELINE                     │</a:t>
            </a:r>
          </a:p>
          <a:p>
            <a:pPr lvl="1"/>
            <a:r>
              <a:t>│  Target Go-Live: Januari 2027                            │</a:t>
            </a:r>
          </a:p>
          <a:p>
            <a:pPr lvl="1"/>
            <a:r>
              <a:t>└──────────────────────────────────────────────────────────┘</a:t>
            </a:r>
          </a:p>
          <a:p>
            <a:pPr lvl="1"/>
            <a:r>
              <a:t>[PHASE 1: CORE DEVELOPMENT] ✅ 95% COMPLETE</a:t>
            </a:r>
          </a:p>
          <a:p>
            <a:pPr lvl="1"/>
            <a:r>
              <a:t>Feb - Apr 2026 (3 bulan)</a:t>
            </a:r>
          </a:p>
          <a:p>
            <a:pPr lvl="1"/>
            <a:r>
              <a:t>Week 1-4:</a:t>
            </a:r>
          </a:p>
          <a:p>
            <a:pPr lvl="1"/>
            <a:r>
              <a:t>├─ Database Design &amp; Setup ✅</a:t>
            </a:r>
          </a:p>
          <a:p>
            <a:pPr lvl="1"/>
            <a:r>
              <a:t>├─ Authentication &amp; RBAC ✅</a:t>
            </a:r>
          </a:p>
          <a:p>
            <a:pPr lvl="1"/>
            <a:r>
              <a:t>├─ Basic CRUD (MO, SPK, Material) ✅</a:t>
            </a:r>
          </a:p>
          <a:p>
            <a:pPr lvl="1"/>
            <a:r>
              <a:t>Week 5-8:</a:t>
            </a:r>
          </a:p>
          <a:p>
            <a:pPr lvl="1"/>
            <a:r>
              <a:t>├─ BOM Manufacturing ✅</a:t>
            </a:r>
          </a:p>
          <a:p>
            <a:pPr lvl="1"/>
            <a:r>
              <a:t>├─ Production Input (Cutting, Sewing) ✅</a:t>
            </a:r>
          </a:p>
          <a:p>
            <a:pPr lvl="1"/>
            <a:r>
              <a:t>├─ Inventory Management 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SUMMARY: KENAPA PILIH ERP QUTY KARUNIA?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✅ 5 ALASAN UTAMA</a:t>
            </a:r>
          </a:p>
          <a:p>
            <a:pPr lvl="1"/>
            <a:r>
              <a:t>1. Custom untuk Soft Toys Manufacturing</a:t>
            </a:r>
          </a:p>
          <a:p>
            <a:pPr/>
            <a:r>
              <a:t>Workflow 6 stages sesuai real process Quty</a:t>
            </a:r>
          </a:p>
          <a:p>
            <a:pPr/>
            <a:r>
              <a:t> Dual Trigger Production (PO Kain early start -3 to -5 days, PO Label full release)</a:t>
            </a:r>
          </a:p>
          <a:p>
            <a:pPr/>
            <a:r>
              <a:t>MODE PARTIAL: Cutting/Embroidery dapat start tanpa tunggu PO Label</a:t>
            </a:r>
          </a:p>
          <a:p>
            <a:pPr/>
            <a:r>
              <a:t>MODE RELEASED: Auto-upgrade saat PO Label ready</a:t>
            </a:r>
          </a:p>
          <a:p>
            <a:pPr/>
            <a:r>
              <a:t>Smart Blocking: Sewing onwards hanya jalan saat MO = RELEASED</a:t>
            </a:r>
          </a:p>
          <a:p>
            <a:pPr/>
            <a:r>
              <a:t>Auto SPK Generation: SPK auto-generated saat MO validated, broadcast ke dashboard admin</a:t>
            </a:r>
          </a:p>
          <a:p>
            <a:pPr/>
            <a:r>
              <a:t> Flexible Target System per Departemen</a:t>
            </a:r>
          </a:p>
          <a:p>
            <a:pPr/>
            <a:r>
              <a:t>SPK Target dapat berbeda dari MO Target (demand-driven)</a:t>
            </a:r>
          </a:p>
          <a:p>
            <a:pPr/>
            <a:r>
              <a:t>Format universal: Actual/Target (Percentage%)</a:t>
            </a:r>
          </a:p>
          <a:p>
            <a:pPr/>
            <a:r>
              <a:t>Smart buffer allocation per dept (10-15% variable)</a:t>
            </a:r>
          </a:p>
          <a:p>
            <a:pPr/>
            <a:r>
              <a:t>Constraint logic: Target ≤ Output dept sebelumnya</a:t>
            </a:r>
          </a:p>
          <a:p>
            <a:pPr/>
            <a:r>
              <a:t>Validation Tolerance: Auto-approve 0-3%, require approval &gt;5%, block &gt;10%</a:t>
            </a:r>
          </a:p>
          <a:p>
            <a:pPr/>
            <a:r>
              <a:t> Real-Time WIP System (Work In Progress Tracking)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Untuk Management:</a:t>
            </a:r>
          </a:p>
          <a:p>
            <a:pPr lvl="1"/>
            <a:r>
              <a:t>1. Review Presentasi Ini</a:t>
            </a:r>
          </a:p>
          <a:p>
            <a:pPr/>
            <a:r>
              <a:t>Diskusi dengan tim management</a:t>
            </a:r>
          </a:p>
          <a:p>
            <a:pPr/>
            <a:r>
              <a:t>Tanyakan hal yang belum jelas</a:t>
            </a:r>
          </a:p>
          <a:p>
            <a:pPr/>
            <a:r>
              <a:t>Schedule meeting untuk Q&amp;A session</a:t>
            </a:r>
          </a:p>
          <a:p>
            <a:pPr lvl="1"/>
            <a:r>
              <a:t>2. Approve Budget</a:t>
            </a:r>
          </a:p>
          <a:p>
            <a:pPr/>
            <a:r>
              <a:t>Total Investment: Rp 324 juta (one-time)</a:t>
            </a:r>
          </a:p>
          <a:p>
            <a:pPr/>
            <a:r>
              <a:t>Recurring: Rp 55 juta/tahun (maintenance)</a:t>
            </a:r>
          </a:p>
          <a:p>
            <a:pPr/>
            <a:r>
              <a:t>ROI Timeline: ~2-3 tahun</a:t>
            </a:r>
          </a:p>
          <a:p>
            <a:pPr lvl="1"/>
            <a:r>
              <a:t>3. Set Timeline </a:t>
            </a:r>
          </a:p>
          <a:p>
            <a:pPr/>
            <a:r>
              <a:t>Target Go-Live: JANUARI 2027 (confirmed)</a:t>
            </a:r>
          </a:p>
          <a:p>
            <a:pPr/>
            <a:r>
              <a:t>Fase Development: Februari - Juli 2026 (6 bulan)</a:t>
            </a:r>
          </a:p>
          <a:p>
            <a:pPr/>
            <a:r>
              <a:t>Fase Testing: Agustus - Oktober 2026 (3 bulan)</a:t>
            </a:r>
          </a:p>
          <a:p>
            <a:pPr/>
            <a:r>
              <a:t>Fase Migration &amp; Training: November - Desember 2026 (2 bulan)</a:t>
            </a:r>
          </a:p>
          <a:p>
            <a:pPr/>
            <a:r>
              <a:t>Fase Go-Live: Januari 2027 (1 bulan)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❓ FREQUENTLY ASKED QUESTIONS (FAQ)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Q1: Apakah ERP ini sudah pernah dipakai di pabrik lain?</a:t>
            </a:r>
          </a:p>
          <a:p>
            <a:pPr lvl="1"/>
            <a:r>
              <a:t>Kelebihan custom vs off-the-shelf:</a:t>
            </a:r>
          </a:p>
          <a:p>
            <a:pPr/>
            <a:r>
              <a:t>✅ 100% fit dengan workflow Quty (tidak perlu adjust process ke software)</a:t>
            </a:r>
          </a:p>
          <a:p>
            <a:pPr/>
            <a:r>
              <a:t>✅ No recurring license fee (one-time development cost only)</a:t>
            </a:r>
          </a:p>
          <a:p>
            <a:pPr/>
            <a:r>
              <a:t>✅ Full source code ownership (bisa modify sesuka hati)</a:t>
            </a:r>
          </a:p>
          <a:p>
            <a:pPr/>
            <a:r>
              <a:t>✅ Bahasa Indonesia native (tidak perlu translate)</a:t>
            </a:r>
          </a:p>
          <a:p>
            <a:pPr>
              <a:defRPr b="1"/>
            </a:pPr>
            <a:r>
              <a:t>Q2: Bagaimana jika Daniel sakit/resign di tengah project?</a:t>
            </a:r>
          </a:p>
          <a:p>
            <a:pPr lvl="1"/>
            <a:r>
              <a:t>A: Ini legitimate concern dan kami sudah prepare mitigation:</a:t>
            </a:r>
          </a:p>
          <a:p>
            <a:pPr lvl="1"/>
            <a:r>
              <a:t>Solo Developer Scenario:</a:t>
            </a:r>
          </a:p>
          <a:p>
            <a:pPr/>
            <a:r>
              <a:t>Project pause, hire freelancer untuk continue</a:t>
            </a:r>
          </a:p>
          <a:p>
            <a:pPr/>
            <a:r>
              <a:t>Semua code di GitHub + dokumentasi lengkap</a:t>
            </a:r>
          </a:p>
          <a:p>
            <a:pPr/>
            <a:r>
              <a:t>Freelancer need 2-3 minggu onboarding</a:t>
            </a:r>
          </a:p>
          <a:p>
            <a:pPr/>
            <a:r>
              <a:t>Timeline delay: +1-2 bulan</a:t>
            </a:r>
          </a:p>
          <a:p>
            <a:pPr lvl="1"/>
            <a:r>
              <a:t>Mitigation Actions:</a:t>
            </a:r>
          </a:p>
          <a:p>
            <a:pPr/>
            <a:r>
              <a:t>✅ Weekly knowledge transfer session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GLOSSARY (Istilah Yang Digunakan)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KONTAK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Lead Developer &amp; System Architect:</a:t>
            </a:r>
          </a:p>
          <a:p>
            <a:pPr/>
            <a:r>
              <a:t>Name: Daniel Rizaldy</a:t>
            </a:r>
          </a:p>
          <a:p>
            <a:pPr/>
            <a:r>
              <a:t>Email: danielrizaldy@gmail.com</a:t>
            </a:r>
          </a:p>
          <a:p>
            <a:pPr/>
            <a:r>
              <a:t>Phone/WhatsApp: +62 812 8741 2570</a:t>
            </a:r>
          </a:p>
          <a:p>
            <a:pPr/>
            <a:r>
              <a:t>GitHub Repository: https://github.com/santz1994/ERP</a:t>
            </a:r>
          </a:p>
          <a:p>
            <a:pPr/>
            <a:r>
              <a:t>Working Hours: Mon-Fri 09:00-18:00 WIB</a:t>
            </a:r>
          </a:p>
          <a:p>
            <a:pPr/>
            <a:r>
              <a:t>Response Time: &lt;24 hours (email), &lt;4 hours (urgent call)</a:t>
            </a:r>
          </a:p>
          <a:p>
            <a:pPr lvl="1"/>
            <a:r>
              <a:t>Availability:</a:t>
            </a:r>
          </a:p>
          <a:p>
            <a:pPr/>
            <a:r>
              <a:t>On-site visit to PT Quty Karunia: Available (schedule 2-3 hari sebelumnya)</a:t>
            </a:r>
          </a:p>
          <a:p>
            <a:pPr/>
            <a:r>
              <a:t>Video call (Zoom/Google Meet): Available</a:t>
            </a:r>
          </a:p>
          <a:p>
            <a:pPr/>
            <a:r>
              <a:t>Presentation &amp; Q&amp;A session: Available (2 jam)</a:t>
            </a:r>
          </a:p>
          <a:p>
            <a:pPr lvl="1"/>
            <a:r>
              <a:t>Terima kasih atas perhatiannya!</a:t>
            </a:r>
          </a:p>
          <a:p>
            <a:pPr lvl="1"/>
            <a:r>
              <a:t>Daniel Rizaldy</a:t>
            </a:r>
          </a:p>
          <a:p>
            <a:pPr lvl="1"/>
            <a:r>
              <a:t>Lead Developer &amp; System Architect</a:t>
            </a:r>
          </a:p>
          <a:p>
            <a:pPr lvl="1"/>
            <a:r>
              <a:t>Document Version: 4.0 - Security &amp; Timeline Update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